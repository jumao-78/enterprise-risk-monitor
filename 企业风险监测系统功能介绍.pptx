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来源：本地 RiskMonitor 项目功能、页面截图和操作手册。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来源：本地系统导航和功能实现。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来源：系统一键全流程设计。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来源：本地页面截图 ppt_assets/overview.png。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来源：本地页面截图 ppt_assets/tasks.png。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来源：本地页面截图 ppt_assets/risks.png。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来源：本地页面截图 ppt_assets/ai.png。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来源：本地页面截图 ppt_assets/settings.png。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来源：本地文件存储功能和操作手册。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0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42950" y="1066800"/>
            <a:ext cx="7239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企业风险监测系统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80975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00" b="0">
                <a:solidFill>
                  <a:srgbClr val="CDE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CDE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整体功能介绍</a:t>
            </a:r>
            <a:endParaRPr sz="2100" b="0">
              <a:solidFill>
                <a:srgbClr val="CDED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2419350"/>
            <a:ext cx="1390650" cy="47625"/>
          </a:xfrm>
          <a:prstGeom prst="rect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28765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E6F4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E6F4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面向日常风险监测、取数留痕、AI 分析和邮件推送的本地化工具</a:t>
            </a:r>
            <a:endParaRPr sz="1650" b="0">
              <a:solidFill>
                <a:srgbClr val="E6F4F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0" y="876300"/>
            <a:ext cx="3333750" cy="4381500"/>
          </a:xfrm>
          <a:prstGeom prst="roundRect">
            <a:avLst>
              <a:gd name="adj" fmla="val 685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5952"/>
            </a:solidFill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8286750" y="15906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15350" y="1504950"/>
            <a:ext cx="22479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自动取数</a:t>
            </a:r>
            <a:endParaRPr sz="1800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8286750" y="2143125"/>
            <a:ext cx="85725" cy="85725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15350" y="2057400"/>
            <a:ext cx="22479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综合风险看板</a:t>
            </a:r>
            <a:endParaRPr sz="1800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286750" y="26955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15350" y="2609850"/>
            <a:ext cx="22479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分析</a:t>
            </a:r>
            <a:endParaRPr sz="1800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286750" y="3248025"/>
            <a:ext cx="85725" cy="85725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515350" y="3162300"/>
            <a:ext cx="22479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邮件推送</a:t>
            </a:r>
            <a:endParaRPr sz="1800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286750" y="38004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515350" y="3714750"/>
            <a:ext cx="22479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定时全流程</a:t>
            </a:r>
            <a:endParaRPr sz="1800" b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592455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BBDC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BBDC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9 月</a:t>
            </a:r>
            <a:endParaRPr sz="1275" b="0">
              <a:solidFill>
                <a:srgbClr val="BBDC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4000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功能架构</a:t>
            </a:r>
            <a:endParaRPr sz="2400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8763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系统围绕取数、分析、推送和文件留痕组织功能</a:t>
            </a:r>
            <a:endParaRPr sz="12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238250"/>
            <a:ext cx="876300" cy="47625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790700"/>
            <a:ext cx="2381250" cy="3048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7E2E8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2095500"/>
            <a:ext cx="685800" cy="47625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23812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l">
              <a:defRPr sz="18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</a:t>
            </a:r>
            <a:endParaRPr sz="1875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990850"/>
            <a:ext cx="1905000" cy="1257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信用中国取数</a:t>
            </a:r>
            <a:endParaRPr sz="15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企查查取数</a:t>
            </a:r>
            <a:endParaRPr sz="15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失败重试和登录态检查</a:t>
            </a:r>
            <a:endParaRPr sz="15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467100" y="1790700"/>
            <a:ext cx="2381250" cy="3048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7E2E8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95700" y="2095500"/>
            <a:ext cx="685800" cy="47625"/>
          </a:xfrm>
          <a:prstGeom prst="rect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695700" y="23812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l">
              <a:defRPr sz="18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风险看板</a:t>
            </a:r>
            <a:endParaRPr sz="1875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95700" y="2990850"/>
            <a:ext cx="1905000" cy="1257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综合风险记录</a:t>
            </a:r>
            <a:endParaRPr sz="15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企业风险分布</a:t>
            </a:r>
            <a:endParaRPr sz="15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历史趋势和明细筛选</a:t>
            </a:r>
            <a:endParaRPr sz="15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48400" y="1790700"/>
            <a:ext cx="2381250" cy="3048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7E2E8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77000" y="2095500"/>
            <a:ext cx="685800" cy="47625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77000" y="23812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l">
              <a:defRPr sz="18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与邮件</a:t>
            </a:r>
            <a:endParaRPr sz="1875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77000" y="2990850"/>
            <a:ext cx="1905000" cy="1257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生成风险分析</a:t>
            </a:r>
            <a:endParaRPr sz="15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邮件发送</a:t>
            </a:r>
            <a:endParaRPr sz="15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分析和发信记录</a:t>
            </a:r>
            <a:endParaRPr sz="15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029700" y="1790700"/>
            <a:ext cx="2381250" cy="3048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7E2E8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258300" y="2095500"/>
            <a:ext cx="685800" cy="47625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258300" y="23812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l">
              <a:defRPr sz="18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系统维护</a:t>
            </a:r>
            <a:endParaRPr sz="1875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58300" y="2990850"/>
            <a:ext cx="1905000" cy="1257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定时任务</a:t>
            </a:r>
            <a:endParaRPr sz="15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系统自检</a:t>
            </a:r>
            <a:endParaRPr sz="15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文件存储维护</a:t>
            </a:r>
            <a:endParaRPr sz="15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64389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/>
          </a:bodyPr>
          <a:lstStyle/>
          <a:p>
            <a:pPr algn="l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企业风险监测系统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125200" y="64008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609600" y="4000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</a:t>
            </a:r>
            <a:endParaRPr sz="2400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8763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一键全流程串联取数、分析、发信和记录留痕</a:t>
            </a:r>
            <a:endParaRPr sz="12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238250"/>
            <a:ext cx="876300" cy="47625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704850" y="2114550"/>
            <a:ext cx="1714500" cy="18097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7E2E8"/>
            </a:solidFill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933450" y="2362200"/>
            <a:ext cx="400050" cy="40005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33450" y="24098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926"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3000375"/>
            <a:ext cx="12573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 algn="l">
              <a:defRPr sz="15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信用中国取数</a:t>
            </a:r>
            <a:endParaRPr sz="1575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3390900"/>
            <a:ext cx="12573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采集严重失信、经营异常等栏目</a:t>
            </a:r>
            <a:endParaRPr sz="1125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857500" y="2114550"/>
            <a:ext cx="1714500" cy="18097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7E2E8"/>
            </a:solidFill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3086100" y="2362200"/>
            <a:ext cx="400050" cy="400050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086100" y="24098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926"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86100" y="3000375"/>
            <a:ext cx="12573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 algn="l">
              <a:defRPr sz="15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企查查取数</a:t>
            </a:r>
            <a:endParaRPr sz="1575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86100" y="3390900"/>
            <a:ext cx="12573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采集经营风险栏目并复用登录态</a:t>
            </a:r>
            <a:endParaRPr sz="1125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010150" y="2114550"/>
            <a:ext cx="1714500" cy="18097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7E2E8"/>
            </a:solidFill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5238750" y="2362200"/>
            <a:ext cx="400050" cy="40005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238750" y="24098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926"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238750" y="3000375"/>
            <a:ext cx="12573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 algn="l">
              <a:defRPr sz="15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综合看板</a:t>
            </a:r>
            <a:endParaRPr sz="1575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238750" y="3390900"/>
            <a:ext cx="12573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合并展示风险记录和企业分布</a:t>
            </a:r>
            <a:endParaRPr sz="1125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162800" y="2114550"/>
            <a:ext cx="1714500" cy="18097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7E2E8"/>
            </a:solidFill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7391400" y="2362200"/>
            <a:ext cx="400050" cy="40005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391400" y="24098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926"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391400" y="3000375"/>
            <a:ext cx="12573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 algn="l">
              <a:defRPr sz="15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分析</a:t>
            </a:r>
            <a:endParaRPr sz="1575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391400" y="3390900"/>
            <a:ext cx="12573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生成风险摘要和关注建议</a:t>
            </a:r>
            <a:endParaRPr sz="1125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315450" y="2114550"/>
            <a:ext cx="1714500" cy="18097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7E2E8"/>
            </a:solidFill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9544050" y="2362200"/>
            <a:ext cx="400050" cy="40005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544050" y="2409825"/>
            <a:ext cx="4000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926"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544050" y="3000375"/>
            <a:ext cx="12573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 algn="l">
              <a:defRPr sz="15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邮件推送</a:t>
            </a:r>
            <a:endParaRPr sz="1575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544050" y="3390900"/>
            <a:ext cx="12573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发送结果并保存发送记录</a:t>
            </a:r>
            <a:endParaRPr sz="1125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389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/>
          </a:bodyPr>
          <a:lstStyle/>
          <a:p>
            <a:pPr algn="l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企业风险监测系统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125200" y="64008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09600" y="4000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首页总览</a:t>
            </a:r>
            <a:endParaRPr sz="2400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8763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一屏查看当天状态、风险数量、趋势和下一步建议</a:t>
            </a:r>
            <a:endParaRPr sz="12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238250"/>
            <a:ext cx="876300" cy="47625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t="66" b="66"/>
          <a:stretch>
            <a:fillRect/>
          </a:stretch>
        </p:blipFill>
        <p:spPr>
          <a:xfrm>
            <a:off x="609600" y="1466850"/>
            <a:ext cx="7239000" cy="4819650"/>
          </a:xfrm>
          <a:prstGeom prst="roundRect">
            <a:avLst>
              <a:gd name="adj" fmla="val 2372"/>
            </a:avLst>
          </a:prstGeom>
        </p:spPr>
      </p:pic>
      <p:sp>
        <p:nvSpPr>
          <p:cNvPr id="5" name="椭圆 4"/>
          <p:cNvSpPr>
            <a:spLocks noGrp="1"/>
          </p:cNvSpPr>
          <p:nvPr/>
        </p:nvSpPr>
        <p:spPr>
          <a:xfrm>
            <a:off x="8286750" y="18954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15350" y="180975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顶部显示配置、目标企业数和定时状态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8286750" y="2447925"/>
            <a:ext cx="85725" cy="85725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15350" y="236220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KPI 卡片展示监测企业和风险记录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8286750" y="30003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15350" y="291465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今日状态区提示取数、分析和邮件进展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286750" y="3552825"/>
            <a:ext cx="85725" cy="85725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15350" y="346710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趋势图用于观察近期风险变化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4389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/>
          </a:bodyPr>
          <a:lstStyle/>
          <a:p>
            <a:pPr algn="l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企业风险监测系统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125200" y="64008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09600" y="4000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取数与任务</a:t>
            </a:r>
            <a:endParaRPr sz="2400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8763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手动取数、重新取数和登录维护集中在任务页</a:t>
            </a:r>
            <a:endParaRPr sz="12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238250"/>
            <a:ext cx="876300" cy="47625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t="66" b="66"/>
          <a:stretch>
            <a:fillRect/>
          </a:stretch>
        </p:blipFill>
        <p:spPr>
          <a:xfrm>
            <a:off x="609600" y="1466850"/>
            <a:ext cx="7239000" cy="4819650"/>
          </a:xfrm>
          <a:prstGeom prst="roundRect">
            <a:avLst>
              <a:gd name="adj" fmla="val 2372"/>
            </a:avLst>
          </a:prstGeom>
        </p:spPr>
      </p:pic>
      <p:sp>
        <p:nvSpPr>
          <p:cNvPr id="5" name="椭圆 4"/>
          <p:cNvSpPr>
            <a:spLocks noGrp="1"/>
          </p:cNvSpPr>
          <p:nvPr/>
        </p:nvSpPr>
        <p:spPr>
          <a:xfrm>
            <a:off x="8286750" y="18954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15350" y="180975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信用中国和企查查取数互斥运行，降低误操作风险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8286750" y="2447925"/>
            <a:ext cx="85725" cy="85725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15350" y="236220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同一天已有数据时默认跳过重复取数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8286750" y="30003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15350" y="291465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重新取数前会备份旧 Excel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286750" y="3552825"/>
            <a:ext cx="85725" cy="85725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15350" y="346710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任务日志和任务历史便于追溯执行过程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4389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/>
          </a:bodyPr>
          <a:lstStyle/>
          <a:p>
            <a:pPr algn="l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企业风险监测系统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125200" y="64008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09600" y="4000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风险明细</a:t>
            </a:r>
            <a:endParaRPr sz="2400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8763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信用中国和企查查风险合并展示，并支持筛选查看</a:t>
            </a:r>
            <a:endParaRPr sz="12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238250"/>
            <a:ext cx="876300" cy="47625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t="66" b="66"/>
          <a:stretch>
            <a:fillRect/>
          </a:stretch>
        </p:blipFill>
        <p:spPr>
          <a:xfrm>
            <a:off x="609600" y="1466850"/>
            <a:ext cx="7239000" cy="4819650"/>
          </a:xfrm>
          <a:prstGeom prst="roundRect">
            <a:avLst>
              <a:gd name="adj" fmla="val 2372"/>
            </a:avLst>
          </a:prstGeom>
        </p:spPr>
      </p:pic>
      <p:sp>
        <p:nvSpPr>
          <p:cNvPr id="5" name="椭圆 4"/>
          <p:cNvSpPr>
            <a:spLocks noGrp="1"/>
          </p:cNvSpPr>
          <p:nvPr/>
        </p:nvSpPr>
        <p:spPr>
          <a:xfrm>
            <a:off x="8286750" y="18954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15350" y="180975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综合企业风险分布支持自动滚动展示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8286750" y="2447925"/>
            <a:ext cx="85725" cy="85725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15350" y="236220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按来源查看信用中国或企查查数据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8286750" y="30003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15350" y="291465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风险明细表支持搜索和风险项筛选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286750" y="3552825"/>
            <a:ext cx="85725" cy="85725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15350" y="346710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复制文件路径便于定位原始 Excel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4389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/>
          </a:bodyPr>
          <a:lstStyle/>
          <a:p>
            <a:pPr algn="l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企业风险监测系统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125200" y="64008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09600" y="4000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与邮件</a:t>
            </a:r>
            <a:endParaRPr sz="2400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8763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分析结果、分析留档和邮件发送记录集中管理</a:t>
            </a:r>
            <a:endParaRPr sz="12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238250"/>
            <a:ext cx="876300" cy="47625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t="66" b="66"/>
          <a:stretch>
            <a:fillRect/>
          </a:stretch>
        </p:blipFill>
        <p:spPr>
          <a:xfrm>
            <a:off x="609600" y="1466850"/>
            <a:ext cx="7239000" cy="4819650"/>
          </a:xfrm>
          <a:prstGeom prst="roundRect">
            <a:avLst>
              <a:gd name="adj" fmla="val 2372"/>
            </a:avLst>
          </a:prstGeom>
        </p:spPr>
      </p:pic>
      <p:sp>
        <p:nvSpPr>
          <p:cNvPr id="5" name="椭圆 4"/>
          <p:cNvSpPr>
            <a:spLocks noGrp="1"/>
          </p:cNvSpPr>
          <p:nvPr/>
        </p:nvSpPr>
        <p:spPr>
          <a:xfrm>
            <a:off x="8286750" y="18954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15350" y="180975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2456"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分析纳入信用中国数据，并可结合企查查数据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8286750" y="2447925"/>
            <a:ext cx="85725" cy="85725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15350" y="236220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分析正文按月份保存，便于后续追溯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8286750" y="30003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15350" y="291465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邮件发送记录保留收件人、主题、附件和结果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286750" y="3552825"/>
            <a:ext cx="85725" cy="85725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15350" y="346710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分析留档支持复制文件路径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4389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/>
          </a:bodyPr>
          <a:lstStyle/>
          <a:p>
            <a:pPr algn="l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企业风险监测系统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125200" y="64008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09600" y="4000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系统设置</a:t>
            </a:r>
            <a:endParaRPr sz="2400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8763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定时任务、自检和文件维护降低日常运维成本</a:t>
            </a:r>
            <a:endParaRPr sz="12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238250"/>
            <a:ext cx="876300" cy="47625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t="16194" b="16194"/>
          <a:stretch>
            <a:fillRect/>
          </a:stretch>
        </p:blipFill>
        <p:spPr>
          <a:xfrm>
            <a:off x="609600" y="1466850"/>
            <a:ext cx="7239000" cy="4819650"/>
          </a:xfrm>
          <a:prstGeom prst="roundRect">
            <a:avLst>
              <a:gd name="adj" fmla="val 2372"/>
            </a:avLst>
          </a:prstGeom>
        </p:spPr>
      </p:pic>
      <p:sp>
        <p:nvSpPr>
          <p:cNvPr id="5" name="椭圆 4"/>
          <p:cNvSpPr>
            <a:spLocks noGrp="1"/>
          </p:cNvSpPr>
          <p:nvPr/>
        </p:nvSpPr>
        <p:spPr>
          <a:xfrm>
            <a:off x="8286750" y="18954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15350" y="180975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首页可设置一键全流程定时任务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8286750" y="2447925"/>
            <a:ext cx="85725" cy="85725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15350" y="236220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系统自检检查配置、依赖、浏览器和 OCR 模型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8286750" y="3000375"/>
            <a:ext cx="85725" cy="85725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15350" y="291465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数据目录总览展示空间、归档和异常提醒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286750" y="3552825"/>
            <a:ext cx="85725" cy="85725"/>
          </a:xfrm>
          <a:prstGeom prst="ellipse">
            <a:avLst/>
          </a:prstGeom>
          <a:solidFill>
            <a:srgbClr val="D88A00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15350" y="3467100"/>
            <a:ext cx="27241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诊断包和日期资料包便于问题排查</a:t>
            </a:r>
            <a:endParaRPr sz="142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4389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/>
          </a:bodyPr>
          <a:lstStyle/>
          <a:p>
            <a:pPr algn="l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企业风险监测系统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125200" y="64008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09600" y="4000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文件存储与归档</a:t>
            </a:r>
            <a:endParaRPr sz="2400" b="1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87630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系统保留 Excel、日志、分析、诊断包和日期资料包</a:t>
            </a:r>
            <a:endParaRPr sz="12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238250"/>
            <a:ext cx="876300" cy="47625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6192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 algn="l">
              <a:defRPr sz="17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</a:t>
            </a:r>
            <a:endParaRPr sz="172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686050" y="16192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当天保留在 data 根目录，历史文件进入 archive\excel</a:t>
            </a:r>
            <a:endParaRPr sz="157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23431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 algn="l">
              <a:defRPr sz="1725" b="1">
                <a:solidFill>
                  <a:srgbClr val="D8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8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分析</a:t>
            </a:r>
            <a:endParaRPr sz="1725" b="1">
              <a:solidFill>
                <a:srgbClr val="D88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686050" y="23431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保存到 ai_analysis\YYYY\MM，记录路径可在页面复制</a:t>
            </a:r>
            <a:endParaRPr sz="157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30670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 algn="l">
              <a:defRPr sz="17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日志与记录</a:t>
            </a:r>
            <a:endParaRPr sz="172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686050" y="30670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task_logs、task_records、email_records 保留执行过程</a:t>
            </a:r>
            <a:endParaRPr sz="157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37909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 algn="l">
              <a:defRPr sz="1725" b="1">
                <a:solidFill>
                  <a:srgbClr val="D8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8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诊断包</a:t>
            </a:r>
            <a:endParaRPr sz="1725" b="1">
              <a:solidFill>
                <a:srgbClr val="D88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686050" y="37909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整体排查使用，默认保留 30 天且最多 20 个</a:t>
            </a:r>
            <a:endParaRPr sz="157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45148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 algn="l">
              <a:defRPr sz="17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日期资料包</a:t>
            </a:r>
            <a:endParaRPr sz="1725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86050" y="45148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按所选日期导出，默认保留 90 天且最多 100 个</a:t>
            </a:r>
            <a:endParaRPr sz="1575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76300" y="5505450"/>
            <a:ext cx="9334500" cy="495300"/>
          </a:xfrm>
          <a:prstGeom prst="roundRect">
            <a:avLst>
              <a:gd name="adj" fmla="val 23077"/>
            </a:avLst>
          </a:prstGeom>
          <a:solidFill>
            <a:srgbClr val="EAF7F5"/>
          </a:solidFill>
          <a:ln w="9525">
            <a:solidFill>
              <a:srgbClr val="A9DDD7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5638800"/>
            <a:ext cx="876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 algn="l">
              <a:defRPr sz="1350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624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数据目录总览会提示空间大小、异常文件和清理预览，避免长期运行后文件混乱。</a:t>
            </a:r>
            <a:endParaRPr sz="1350" b="0">
              <a:solidFill>
                <a:srgbClr val="1624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64389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/>
          </a:bodyPr>
          <a:lstStyle/>
          <a:p>
            <a:pPr algn="l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企业风险监测系统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125200" y="64008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r">
              <a:def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71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0">
              <a:solidFill>
                <a:srgbClr val="5E71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1113</Words>
  <Application>WPS 演示</Application>
  <PresentationFormat>Converted Presentation</PresentationFormat>
  <Paragraphs>198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幽竹一枝</cp:lastModifiedBy>
  <cp:revision>3</cp:revision>
  <dcterms:created xsi:type="dcterms:W3CDTF">2026-09-17T03:16:46Z</dcterms:created>
  <dcterms:modified xsi:type="dcterms:W3CDTF">2026-09-17T03:17:54Z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FCF710CD65CA40F293ADE85EB97443E0_12</vt:lpwstr>
  </property>
  <property fmtid="{D5CDD505-2E9C-101B-9397-08002B2CF9AE}" pid="3" name="KSOProductBuildVer">
    <vt:lpwstr>2052-12.1.0.28505</vt:lpwstr>
  </property>
</Properties>
</file>